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9835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Divyam sharma</cp:lastModifiedBy>
  <cp:revision>16</cp:revision>
  <dcterms:created xsi:type="dcterms:W3CDTF">2024-06-24T12:27:37Z</dcterms:created>
  <dcterms:modified xsi:type="dcterms:W3CDTF">2026-02-07T18:21:13Z</dcterms:modified>
</cp:coreProperties>
</file>